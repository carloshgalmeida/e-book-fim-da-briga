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3716000"/>
  <p:notesSz cx="6858000" cy="9144000"/>
  <p:embeddedFontLst>
    <p:embeddedFont>
      <p:font typeface="Georgia Pro Bold" charset="1" panose="02040802050405020203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carloshgalmeida.github.io/E-Book-Fim-da-Briga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0287000" cy="13716000"/>
            <a:chOff x="0" y="0"/>
            <a:chExt cx="2709333" cy="36124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3612445"/>
            </a:xfrm>
            <a:custGeom>
              <a:avLst/>
              <a:gdLst/>
              <a:ahLst/>
              <a:cxnLst/>
              <a:rect r="r" b="b" t="t" l="l"/>
              <a:pathLst>
                <a:path h="3612445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3612445"/>
                  </a:lnTo>
                  <a:lnTo>
                    <a:pt x="0" y="3612445"/>
                  </a:lnTo>
                  <a:close/>
                </a:path>
              </a:pathLst>
            </a:custGeom>
            <a:solidFill>
              <a:srgbClr val="6F837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09333" cy="3650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234815"/>
            <a:ext cx="3670835" cy="5246370"/>
            <a:chOff x="0" y="0"/>
            <a:chExt cx="568708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708" cy="812800"/>
            </a:xfrm>
            <a:custGeom>
              <a:avLst/>
              <a:gdLst/>
              <a:ahLst/>
              <a:cxnLst/>
              <a:rect r="r" b="b" t="t" l="l"/>
              <a:pathLst>
                <a:path h="812800" w="568708">
                  <a:moveTo>
                    <a:pt x="48508" y="0"/>
                  </a:moveTo>
                  <a:lnTo>
                    <a:pt x="520201" y="0"/>
                  </a:lnTo>
                  <a:cubicBezTo>
                    <a:pt x="533066" y="0"/>
                    <a:pt x="545404" y="5111"/>
                    <a:pt x="554501" y="14208"/>
                  </a:cubicBezTo>
                  <a:cubicBezTo>
                    <a:pt x="563598" y="23305"/>
                    <a:pt x="568708" y="35643"/>
                    <a:pt x="568708" y="48508"/>
                  </a:cubicBezTo>
                  <a:lnTo>
                    <a:pt x="568708" y="764292"/>
                  </a:lnTo>
                  <a:cubicBezTo>
                    <a:pt x="568708" y="777157"/>
                    <a:pt x="563598" y="789495"/>
                    <a:pt x="554501" y="798592"/>
                  </a:cubicBezTo>
                  <a:cubicBezTo>
                    <a:pt x="545404" y="807689"/>
                    <a:pt x="533066" y="812800"/>
                    <a:pt x="520201" y="812800"/>
                  </a:cubicBezTo>
                  <a:lnTo>
                    <a:pt x="48508" y="812800"/>
                  </a:lnTo>
                  <a:cubicBezTo>
                    <a:pt x="35643" y="812800"/>
                    <a:pt x="23305" y="807689"/>
                    <a:pt x="14208" y="798592"/>
                  </a:cubicBezTo>
                  <a:cubicBezTo>
                    <a:pt x="5111" y="789495"/>
                    <a:pt x="0" y="777157"/>
                    <a:pt x="0" y="764292"/>
                  </a:cubicBezTo>
                  <a:lnTo>
                    <a:pt x="0" y="48508"/>
                  </a:lnTo>
                  <a:cubicBezTo>
                    <a:pt x="0" y="35643"/>
                    <a:pt x="5111" y="23305"/>
                    <a:pt x="14208" y="14208"/>
                  </a:cubicBezTo>
                  <a:cubicBezTo>
                    <a:pt x="23305" y="5111"/>
                    <a:pt x="35643" y="0"/>
                    <a:pt x="48508" y="0"/>
                  </a:cubicBezTo>
                  <a:close/>
                </a:path>
              </a:pathLst>
            </a:custGeom>
            <a:blipFill>
              <a:blip r:embed="rId2"/>
              <a:stretch>
                <a:fillRect l="-56330" t="0" r="-5805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812420"/>
            <a:ext cx="8229600" cy="1452326"/>
            <a:chOff x="0" y="0"/>
            <a:chExt cx="2167467" cy="382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467" cy="382506"/>
            </a:xfrm>
            <a:custGeom>
              <a:avLst/>
              <a:gdLst/>
              <a:ahLst/>
              <a:cxnLst/>
              <a:rect r="r" b="b" t="t" l="l"/>
              <a:pathLst>
                <a:path h="382506" w="2167467">
                  <a:moveTo>
                    <a:pt x="15052" y="0"/>
                  </a:moveTo>
                  <a:lnTo>
                    <a:pt x="2152415" y="0"/>
                  </a:lnTo>
                  <a:cubicBezTo>
                    <a:pt x="2160728" y="0"/>
                    <a:pt x="2167467" y="6739"/>
                    <a:pt x="2167467" y="15052"/>
                  </a:cubicBezTo>
                  <a:lnTo>
                    <a:pt x="2167467" y="367454"/>
                  </a:lnTo>
                  <a:cubicBezTo>
                    <a:pt x="2167467" y="375767"/>
                    <a:pt x="2160728" y="382506"/>
                    <a:pt x="2152415" y="382506"/>
                  </a:cubicBezTo>
                  <a:lnTo>
                    <a:pt x="15052" y="382506"/>
                  </a:lnTo>
                  <a:cubicBezTo>
                    <a:pt x="6739" y="382506"/>
                    <a:pt x="0" y="375767"/>
                    <a:pt x="0" y="367454"/>
                  </a:cubicBezTo>
                  <a:lnTo>
                    <a:pt x="0" y="15052"/>
                  </a:lnTo>
                  <a:cubicBezTo>
                    <a:pt x="0" y="6739"/>
                    <a:pt x="6739" y="0"/>
                    <a:pt x="15052" y="0"/>
                  </a:cubicBezTo>
                  <a:close/>
                </a:path>
              </a:pathLst>
            </a:custGeom>
            <a:solidFill>
              <a:srgbClr val="FD8F4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67467" cy="430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942975"/>
            <a:ext cx="7341671" cy="146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200" spc="210">
                <a:solidFill>
                  <a:srgbClr val="FD8D5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SELETIVIDADE ALIMENTAR INFANTIL: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493505"/>
            <a:ext cx="8629232" cy="122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spc="175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 FIM DA BRIGA PARA </a:t>
            </a:r>
          </a:p>
          <a:p>
            <a:pPr algn="l">
              <a:lnSpc>
                <a:spcPts val="4900"/>
              </a:lnSpc>
            </a:pPr>
            <a:r>
              <a:rPr lang="en-US" b="true" sz="3500" spc="175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COMER ALIMENTOS SAUDÁVEIS!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3500" y="4187190"/>
            <a:ext cx="4514432" cy="40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b="true" sz="2400" spc="120">
                <a:solidFill>
                  <a:srgbClr val="FD8D5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UM GUIA PRÁTICO PARA: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3500" y="4873920"/>
            <a:ext cx="4514432" cy="13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 spc="95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AJUDAR SEU FILHO A COMER FRUTAS, LEGUMES E VERDURAS SEM “AVIÃOZINHO” OU “CHANTAGENS”.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43500" y="6611275"/>
            <a:ext cx="4114800" cy="13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 spc="95">
                <a:solidFill>
                  <a:srgbClr val="FD8D5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TRANSFORME A HORA DAS REFEIÇÕES EM UMA EXPERIÊNCIA DIVERTIDA E EDUCATIVA.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43500" y="8348629"/>
            <a:ext cx="4114800" cy="132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 spc="95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CADA REFEIÇÃO É UMA PORTUNIDADE ÚNICA DE ENSINAR SEU FILHO A COMER.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929139"/>
            <a:ext cx="6796168" cy="53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160">
                <a:solidFill>
                  <a:srgbClr val="FD8D59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 SOLUÇÃO NA PRÁTICA!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748" y="11011538"/>
            <a:ext cx="7879504" cy="4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 spc="140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TRANSFORME A BRIGA EM CONEXÃO!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25884" y="11616688"/>
            <a:ext cx="3449342" cy="40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spc="120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De R$97,00 por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0" y="12833986"/>
            <a:ext cx="10287000" cy="882014"/>
            <a:chOff x="0" y="0"/>
            <a:chExt cx="2709333" cy="232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09333" cy="232300"/>
            </a:xfrm>
            <a:custGeom>
              <a:avLst/>
              <a:gdLst/>
              <a:ahLst/>
              <a:cxnLst/>
              <a:rect r="r" b="b" t="t" l="l"/>
              <a:pathLst>
                <a:path h="23230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232300"/>
                  </a:lnTo>
                  <a:lnTo>
                    <a:pt x="0" y="232300"/>
                  </a:lnTo>
                  <a:close/>
                </a:path>
              </a:pathLst>
            </a:custGeom>
            <a:solidFill>
              <a:srgbClr val="E6DFC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709333" cy="27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64960" y="12976861"/>
            <a:ext cx="3374325" cy="49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 spc="140" u="sng">
                <a:solidFill>
                  <a:srgbClr val="3A6351"/>
                </a:solidFill>
                <a:latin typeface="Georgia Pro Bold"/>
                <a:ea typeface="Georgia Pro Bold"/>
                <a:cs typeface="Georgia Pro Bold"/>
                <a:sym typeface="Georgia Pro Bold"/>
                <a:hlinkClick r:id="rId3" tooltip="https://carloshgalmeida.github.io/E-Book-Fim-da-Briga/"/>
              </a:rPr>
              <a:t>Saiba mais...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83689" y="11538583"/>
            <a:ext cx="3449342" cy="53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0" b="true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R$27,00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DAG3HUrJC_I</dc:identifier>
  <dcterms:modified xsi:type="dcterms:W3CDTF">2011-08-01T06:04:30Z</dcterms:modified>
  <cp:revision>1</cp:revision>
  <dc:title>Post1-Instagram-Ebook-Fim-Birra</dc:title>
</cp:coreProperties>
</file>